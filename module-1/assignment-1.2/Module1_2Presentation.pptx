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ed-green-refactor.com/2020/11/04/book-club-the-devops-handbook-chapter-1-agile-continuous-delivery-and-the-three-ways/" TargetMode="External"/><Relationship Id="rId2" Type="http://schemas.openxmlformats.org/officeDocument/2006/relationships/hyperlink" Target="https://itrevolution.com/wp-content/uploads/2022/06/DOHB2_Excerp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C8FD-6244-8E05-5168-A4C8D7BEC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622324"/>
            <a:ext cx="8825658" cy="2035276"/>
          </a:xfrm>
        </p:spPr>
        <p:txBody>
          <a:bodyPr/>
          <a:lstStyle/>
          <a:p>
            <a:r>
              <a:rPr lang="en-US" dirty="0"/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D9410-8F33-4327-FF45-841C50D28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011561"/>
            <a:ext cx="8825658" cy="1627239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Juan Macias Vasquez</a:t>
            </a:r>
          </a:p>
          <a:p>
            <a:pPr algn="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Bellevue University</a:t>
            </a:r>
          </a:p>
          <a:p>
            <a:pPr algn="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CSD380-H323 DevOps (2265-DD)</a:t>
            </a:r>
          </a:p>
          <a:p>
            <a:pPr algn="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 Bailey</a:t>
            </a:r>
          </a:p>
          <a:p>
            <a:pPr algn="r"/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January 18th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39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66FEB-E261-A7F8-E588-CD1601FC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Value Stream?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49F8D-B72A-4010-E8A6-FF8AF2ED7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5548"/>
            <a:ext cx="8825659" cy="34142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value stream is the sequence of activities required to deliver value to a customer. From the initial request to final delivery. In technology, this includes everything from idea through development and deployment.</a:t>
            </a:r>
          </a:p>
        </p:txBody>
      </p:sp>
    </p:spTree>
    <p:extLst>
      <p:ext uri="{BB962C8B-B14F-4D97-AF65-F5344CB8AC3E}">
        <p14:creationId xmlns:p14="http://schemas.microsoft.com/office/powerpoint/2010/main" val="2777790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9D0C-788F-CE55-4CEF-323647B9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Technology Value Stream?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4BF70-6787-AD2A-BF91-A83A21EFE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DevOps, the technology value stream is: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process of converting a business idea or hypothesis into a technology-enabled service that creates value for the customer.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It begins with planning and then ends when the software runs in production providing value.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59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27D52-35B1-0DAC-418C-31A4C77D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 vs. Processing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BC4AA-4632-C8E0-8E99-5F0229D579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from when a request is made to when it is fulfilled.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waiting, handoffs, and all delays.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customer experiences.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7FF324-5D77-B34B-BBC8-2E84CE0C86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time work is actively being done.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include waiting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92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B6732-3538-5C69-9413-5A87E1D6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Lead Time Matters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359786-29B8-AF28-DDA3-E544887E6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primary goal in DevOps is to reduce lead time because it directly affects customer satisfaction and responsiveness.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Reducing lead time means fewer delays and faster delivery of value.</a:t>
            </a:r>
          </a:p>
        </p:txBody>
      </p:sp>
    </p:spTree>
    <p:extLst>
      <p:ext uri="{BB962C8B-B14F-4D97-AF65-F5344CB8AC3E}">
        <p14:creationId xmlns:p14="http://schemas.microsoft.com/office/powerpoint/2010/main" val="18698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912E-CA13-0AFB-0374-A9A8EF10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Common Scenario: Lead Times of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DB2AC-C06F-8DD3-2735-D98E45725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3348220" cy="3416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Lots of organizations have deployment lead times measured in months because of: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 architectures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processes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approval steps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queues for resources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62E3C-CE4D-A8F9-257D-9246FD3D3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03174" y="2603500"/>
            <a:ext cx="6530697" cy="34163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Value Stream (Long Lead Time)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A417FF-5682-F7A1-182F-D55517E4A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220" y="3022651"/>
            <a:ext cx="47720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76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364ACB-1C0B-E33E-3357-161C7460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Ideal: Lead Times of Minutes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E27FF9-9472-2DF2-A6FB-F81BED91D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006981" cy="341630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DevOps best practice, teams aim for deployment lead times measured in minutes or hours.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ideal is achieved by: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batch changes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testing &amp; integration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Modular, loosely coupled architecture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feedback loops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deployment processes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4B64F-9682-B9E1-FC8F-B186B09A6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1936" y="2603500"/>
            <a:ext cx="5871936" cy="34163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Value Stream (Short Lead Time)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99A2C2-83A3-8244-8592-0836B05A1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660" y="3163068"/>
            <a:ext cx="4267101" cy="261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95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D3CF4A-BB3E-47BC-2B8C-59ACA755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75DBD-9158-6DC1-D2A8-9CAE55FF0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Short Lead Times: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customer feedback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team autonomy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integration 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stable releases and higher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agility and responsiveness</a:t>
            </a:r>
          </a:p>
        </p:txBody>
      </p:sp>
    </p:spTree>
    <p:extLst>
      <p:ext uri="{BB962C8B-B14F-4D97-AF65-F5344CB8AC3E}">
        <p14:creationId xmlns:p14="http://schemas.microsoft.com/office/powerpoint/2010/main" val="2477483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CB2E-2B9C-B876-FB7E-C2ECE64C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685A6-318B-82FE-FED8-93F59171D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https://www.geeksforgeeks.org/devops/introduction-to-devops/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https://www.geeksforgeeks.org/devops/devops-tutorial/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https://itrevolution.com/wp-content/uploads/2022/06/DOHB2_Excerpt.pdf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https://red-green-refactor.com/2020/11/04/book-club-the-devops-handbook-chapter-1-agile-continuous-delivery-and-the-three-ways/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514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{8626CB65-BAAE-40CB-BEF7-F9DBFAEC0595}TF229edf6a-8a49-49ee-a0a6-5037052947485fb3ca0c-bc27bf41d645</Template>
  <TotalTime>106</TotalTime>
  <Words>387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Times New Roman</vt:lpstr>
      <vt:lpstr>Wingdings</vt:lpstr>
      <vt:lpstr>Wingdings 3</vt:lpstr>
      <vt:lpstr>Ion Boardroom</vt:lpstr>
      <vt:lpstr>The Technology Value Stream</vt:lpstr>
      <vt:lpstr>What Is a Value Stream?</vt:lpstr>
      <vt:lpstr>What Is the Technology Value Stream?</vt:lpstr>
      <vt:lpstr>Lead Time vs. Processing Time</vt:lpstr>
      <vt:lpstr>Why The Lead Time Matters</vt:lpstr>
      <vt:lpstr>The Common Scenario: Lead Times of Months</vt:lpstr>
      <vt:lpstr>DevOps Ideal: Lead Times of Minutes</vt:lpstr>
      <vt:lpstr>Why This Matters</vt:lpstr>
      <vt:lpstr>Sources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Macias</dc:creator>
  <cp:lastModifiedBy>Juan Macias</cp:lastModifiedBy>
  <cp:revision>6</cp:revision>
  <dcterms:created xsi:type="dcterms:W3CDTF">2026-01-17T08:58:12Z</dcterms:created>
  <dcterms:modified xsi:type="dcterms:W3CDTF">2026-01-19T04:33:21Z</dcterms:modified>
</cp:coreProperties>
</file>